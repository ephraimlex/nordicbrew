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4572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2800" b="1">
                <a:solidFill>
                  <a:srgbClr val="303834"/>
                </a:solidFill>
                <a:latin typeface="Arial"/>
              </a:defRPr>
            </a:pPr>
            <a:r>
              <a:t>Desktop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31520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400" b="0">
                <a:solidFill>
                  <a:srgbClr val="657168"/>
                </a:solidFill>
                <a:latin typeface="Arial"/>
              </a:defRPr>
            </a:pPr>
            <a:r>
              <a:t>Single-page layout • simplified full-page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1052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000" b="0">
                <a:solidFill>
                  <a:srgbClr val="657168"/>
                </a:solidFill>
                <a:latin typeface="Arial"/>
              </a:defRPr>
            </a:pPr>
            <a:r>
              <a:t>NORDIC BREW  /  PLANNING                                       Editable wireframe •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745236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35608"/>
            <a:ext cx="7086600" cy="393192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463040"/>
            <a:ext cx="7013448" cy="35661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Nordic Brew               Home   About   Menu   Gallery   Contact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429000" cy="960120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47672"/>
            <a:ext cx="3355848" cy="92354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HOME</a:t>
            </a:r>
          </a:p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Welcome to Nordic Brew</a:t>
            </a:r>
          </a:p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[ View our menu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20440" cy="960120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947672"/>
            <a:ext cx="3447288" cy="92354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600" b="0">
                <a:solidFill>
                  <a:srgbClr val="303834"/>
                </a:solidFill>
                <a:latin typeface="Arial"/>
              </a:defRPr>
            </a:pPr>
            <a:r>
              <a:t>Café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71800"/>
            <a:ext cx="7086600" cy="502920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999232"/>
            <a:ext cx="7013448" cy="46634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ABOUT  •  Our story and atmosphere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57016"/>
            <a:ext cx="694944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400" b="1">
                <a:solidFill>
                  <a:srgbClr val="303834"/>
                </a:solidFill>
                <a:latin typeface="Arial"/>
              </a:defRPr>
            </a:pPr>
            <a:r>
              <a:t>MENU     [ All ]    [ Drinks ]    [ Food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04487"/>
            <a:ext cx="2276856" cy="603504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931920"/>
            <a:ext cx="2203704" cy="56692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Item name • price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Short 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3904487"/>
            <a:ext cx="2276856" cy="603504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3931920"/>
            <a:ext cx="2203704" cy="56692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Item name • price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Short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6983" y="3904487"/>
            <a:ext cx="2276856" cy="603504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59" y="3931920"/>
            <a:ext cx="2203704" cy="56692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Item name • price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Short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640080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200" b="1">
                <a:solidFill>
                  <a:srgbClr val="303834"/>
                </a:solidFill>
                <a:latin typeface="Arial"/>
              </a:defRPr>
            </a:pPr>
            <a:r>
              <a:t>GALLERY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82896"/>
            <a:ext cx="2276856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910328"/>
            <a:ext cx="2203704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4882896"/>
            <a:ext cx="2276856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8" y="4910328"/>
            <a:ext cx="2203704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86983" y="4882896"/>
            <a:ext cx="2276856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4910328"/>
            <a:ext cx="2203704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431536"/>
            <a:ext cx="3429000" cy="393192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5458968"/>
            <a:ext cx="3355848" cy="35661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100" b="0">
                <a:solidFill>
                  <a:srgbClr val="303834"/>
                </a:solidFill>
                <a:latin typeface="Arial"/>
              </a:defRPr>
            </a:pPr>
            <a:r>
              <a:t>CONTACT  •  Location and details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5431536"/>
            <a:ext cx="3520440" cy="393192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9976" y="5458968"/>
            <a:ext cx="3447288" cy="35661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Opening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925312"/>
            <a:ext cx="7086600" cy="210312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952744"/>
            <a:ext cx="7013448" cy="1737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000" b="0">
                <a:solidFill>
                  <a:srgbClr val="303834"/>
                </a:solidFill>
                <a:latin typeface="Arial"/>
              </a:defRPr>
            </a:pPr>
            <a:r>
              <a:t>Footer • fictional business / educational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508760"/>
            <a:ext cx="3108960" cy="3657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2000" b="1">
                <a:solidFill>
                  <a:srgbClr val="303834"/>
                </a:solidFill>
                <a:latin typeface="Arial"/>
              </a:defRPr>
            </a:pPr>
            <a:r>
              <a:t>Layout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57400"/>
            <a:ext cx="3108960" cy="34747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Centered content area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Text and image side by side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Three-column menu and gallery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Contact details beside opening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4572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2800" b="1">
                <a:solidFill>
                  <a:srgbClr val="303834"/>
                </a:solidFill>
                <a:latin typeface="Arial"/>
              </a:defRPr>
            </a:pPr>
            <a:r>
              <a:t>Mobile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31520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400" b="0">
                <a:solidFill>
                  <a:srgbClr val="657168"/>
                </a:solidFill>
                <a:latin typeface="Arial"/>
              </a:defRPr>
            </a:pPr>
            <a:r>
              <a:t>One continuous page • shown in two parts for readability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1052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000" b="0">
                <a:solidFill>
                  <a:srgbClr val="657168"/>
                </a:solidFill>
                <a:latin typeface="Arial"/>
              </a:defRPr>
            </a:pPr>
            <a:r>
              <a:t>NORDIC BREW  /  PLANNING                                       Editable wireframe •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200" b="1">
                <a:solidFill>
                  <a:srgbClr val="303834"/>
                </a:solidFill>
                <a:latin typeface="Arial"/>
              </a:defRPr>
            </a:pPr>
            <a:r>
              <a:t>1  •  TOP OF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3063240" cy="4690872"/>
          </a:xfrm>
          <a:prstGeom prst="rect">
            <a:avLst/>
          </a:prstGeom>
          <a:solidFill>
            <a:srgbClr val="FFFFF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170432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200" b="1">
                <a:solidFill>
                  <a:srgbClr val="303834"/>
                </a:solidFill>
                <a:latin typeface="Arial"/>
              </a:defRPr>
            </a:pPr>
            <a:r>
              <a:t>2  •  CONTINUED BELOW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554480"/>
            <a:ext cx="3063240" cy="4690872"/>
          </a:xfrm>
          <a:prstGeom prst="rect">
            <a:avLst/>
          </a:prstGeom>
          <a:solidFill>
            <a:srgbClr val="FFFFF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" y="1709928"/>
            <a:ext cx="2770632" cy="612648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2697479" cy="57607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Nordic Brew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Home  About  Menu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Gallery  Contact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" y="2432304"/>
            <a:ext cx="2770632" cy="722376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59736"/>
            <a:ext cx="2697479" cy="6858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HOME</a:t>
            </a:r>
          </a:p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Welcome to Nordic Brew</a:t>
            </a:r>
          </a:p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[ View our menu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3264408"/>
            <a:ext cx="2770632" cy="658368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39"/>
            <a:ext cx="2697479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400" b="0">
                <a:solidFill>
                  <a:srgbClr val="303834"/>
                </a:solidFill>
                <a:latin typeface="Arial"/>
              </a:defRPr>
            </a:pPr>
            <a:r>
              <a:t>Café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" y="4032504"/>
            <a:ext cx="2770632" cy="512064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2697479" cy="47548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ABOUT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Our story and atmosphere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636008"/>
            <a:ext cx="2743200" cy="49377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300" b="1">
                <a:solidFill>
                  <a:srgbClr val="303834"/>
                </a:solidFill>
                <a:latin typeface="Arial"/>
              </a:defRPr>
            </a:pPr>
            <a:r>
              <a:t>MENU</a:t>
            </a:r>
          </a:p>
          <a:p>
            <a:pPr algn="l">
              <a:defRPr sz="1300" b="1">
                <a:solidFill>
                  <a:srgbClr val="303834"/>
                </a:solidFill>
                <a:latin typeface="Arial"/>
              </a:defRPr>
            </a:pPr>
            <a:r>
              <a:t>[ All ]   [ Drinks ]   [ Food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5202936"/>
            <a:ext cx="2770632" cy="365760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30368"/>
            <a:ext cx="2697479" cy="32918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Menu item • price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" y="5669280"/>
            <a:ext cx="2770632" cy="365760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96712"/>
            <a:ext cx="2697479" cy="32918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Menu item •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1719072"/>
            <a:ext cx="274320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400" b="1">
                <a:solidFill>
                  <a:srgbClr val="303834"/>
                </a:solidFill>
                <a:latin typeface="Arial"/>
              </a:defRPr>
            </a:pPr>
            <a:r>
              <a:t>GALLERY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9744" y="2093976"/>
            <a:ext cx="2770632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121408"/>
            <a:ext cx="2697479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9744" y="2642616"/>
            <a:ext cx="2770632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670048"/>
            <a:ext cx="2697479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9744" y="3191256"/>
            <a:ext cx="2770632" cy="438912"/>
          </a:xfrm>
          <a:prstGeom prst="rect">
            <a:avLst/>
          </a:prstGeom>
          <a:solidFill>
            <a:srgbClr val="E2E5E1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218688"/>
            <a:ext cx="2697479" cy="40233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9744" y="3831336"/>
            <a:ext cx="2770632" cy="621792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858768"/>
            <a:ext cx="2697479" cy="58521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CONTACT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Location and contact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9744" y="4572000"/>
            <a:ext cx="2770632" cy="539496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599432"/>
            <a:ext cx="2697479" cy="50291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300" b="0">
                <a:solidFill>
                  <a:srgbClr val="303834"/>
                </a:solidFill>
                <a:latin typeface="Arial"/>
              </a:defRPr>
            </a:pPr>
            <a:r>
              <a:t>Opening hours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9744" y="5239512"/>
            <a:ext cx="2770632" cy="731520"/>
          </a:xfrm>
          <a:prstGeom prst="rect">
            <a:avLst/>
          </a:prstGeom>
          <a:solidFill>
            <a:srgbClr val="F0F1EF"/>
          </a:solidFill>
          <a:ln>
            <a:solidFill>
              <a:srgbClr val="A5A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5266944"/>
            <a:ext cx="2697479" cy="69494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Footer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Fictional business</a:t>
            </a:r>
          </a:p>
          <a:p>
            <a:pPr algn="ctr">
              <a:defRPr sz="1200" b="0">
                <a:solidFill>
                  <a:srgbClr val="303834"/>
                </a:solidFill>
                <a:latin typeface="Arial"/>
              </a:defRPr>
            </a:pPr>
            <a:r>
              <a:t>Educational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691640"/>
            <a:ext cx="3291840" cy="3657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2000" b="1">
                <a:solidFill>
                  <a:srgbClr val="303834"/>
                </a:solidFill>
                <a:latin typeface="Arial"/>
              </a:defRPr>
            </a:pPr>
            <a:r>
              <a:t>Responsive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276856"/>
            <a:ext cx="3291840" cy="34747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Navigation links wrap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Content stacks vertically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Menu and gallery use one column</a:t>
            </a: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</a:p>
          <a:p>
            <a:pPr algn="l">
              <a:defRPr sz="1800" b="0">
                <a:solidFill>
                  <a:srgbClr val="303834"/>
                </a:solidFill>
                <a:latin typeface="Arial"/>
              </a:defRPr>
            </a:pPr>
            <a:r>
              <a:t>Tablet: two columns for menu and gallery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